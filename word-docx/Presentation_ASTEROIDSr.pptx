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2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99D3"/>
    <a:srgbClr val="61A1DA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26349F-ED00-42F5-9746-BD8C49443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235881-5B29-4577-A22C-16DA7F88B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BD862B-7753-4B83-8D5F-93903405F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348D47-28F1-47C0-8019-500D78AF8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49535E-430E-405C-9599-8F12901E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97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5AC56-AC1D-426F-9EE8-BD772AC85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EFFA01-51A7-4B36-B518-BCBCA7C95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9DBD8F-B55C-405D-A317-3204A74B3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385C6F-F8C6-4CA2-A66E-39364ADB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AD163A-4069-4CA6-8353-8C04A574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39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9CF91-5C8E-4EEB-9CFD-14356CC8C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F57F4F-D427-448A-A26C-A126D9EFA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5FB750-1804-445E-8DC2-552857A4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830937-8179-4753-A264-0FE507314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E2CB50-CA09-4800-9EE1-B83B9534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14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1BD17-7689-484D-96B7-EF8C79D41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8E1DB2-DFF1-456B-9AED-26A473400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61480C-84BC-4390-91AF-0233E6D5E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3DFD1D-A337-4843-AC00-5AF241537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74758B-FC2B-4924-80AF-8399F514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FB0704-A0C1-4698-B7BC-0349E0B8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78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ADC8A-A02D-44C6-93ED-EF0AFB8CE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2E38F4-4949-481B-AA20-423CB146F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2E3CEB-0F3E-4293-8B2F-8C53AAC36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7680A6-1582-4CFC-90DD-592E94DF5D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73D102-D282-495E-B539-96FE968B5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27D96D5-130B-4CB0-A41C-54493BCA6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D10057-C305-4070-B69A-0CE5F6A0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9D3DF9-FBD0-45B4-A782-BE96DAD4B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253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53818-8C69-4FC2-A6B0-8FDAF14B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5F3C553-0F4B-44F8-9636-3F1CA6411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4ECD50-433F-4A75-8B06-AEFDE325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6AE701-2C61-4176-861F-AA09EB90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61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8D99115-C9A4-405A-B33C-EB2C19FD8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F4B29F2-996C-460E-93AA-9EFAACB3A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3AECA0-682B-48C5-911E-B479B543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65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15FF1-8CAA-4BD2-936F-1A92917C9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AB28BA-A9A9-420A-9DFD-3C88FDFF0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40CBBD-6A1B-43E1-9E30-3190ADCFC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567BC5-A15A-40D3-8D9F-2005CF1FB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5C286D-2EA3-49B7-ACE6-1CAE04C6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705D75-CABB-4BCB-B330-7FBB584DA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20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A6C240-81D6-46FC-89AA-C40A9C06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F5BE13A-E769-4E7C-AA39-478383CD6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28042B-E871-4902-BA0C-1A66761A8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FC2F0C-CD3C-4F8A-8D61-E4CC91E3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DBC798-84C7-4516-A3A6-807A0D62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EA610B-93F1-4CA2-9C4F-2F3274EB9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45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55F5A-A89D-49DB-9602-00B5C5E03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8B6D23-0222-4BD0-8F3E-998645404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BDA88A-2229-4ED6-9BDA-5515FA31F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A24D4A-9A52-464B-A107-43A38A0C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EC32D-1131-4166-87D0-A97AEEA9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26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1E03F8E-C6EF-4024-A04A-98FF3B752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241D0C-60B3-4199-9986-32E5EC15F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DE3735-9208-485A-8C12-447D65341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29D2BC-10EF-48CF-8785-9E27E802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057543-583D-4B54-834F-9C6687FE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81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36851-A856-4370-8381-19E7BB8E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D2C7B1-100C-495C-9398-DCC4AD5D7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DBF27E-D377-491A-8914-6B31C3E824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CAEEF-62DE-4533-A3B5-BE4AAE0D1D1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EB6AEE-61FD-4EA7-95DB-9FDD38FB3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022C6E-39F4-4017-946B-69633AA70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489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5FA23E-93D7-4C93-A2C5-6BD22A50E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87208A-67C5-4197-B5C9-F54867E4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Georgia" panose="02040502050405020303" pitchFamily="18" charset="0"/>
              </a:rPr>
              <a:t>Игра «</a:t>
            </a:r>
            <a:r>
              <a:rPr lang="en-US" sz="4000" b="1" dirty="0">
                <a:latin typeface="Georgia" panose="02040502050405020303" pitchFamily="18" charset="0"/>
              </a:rPr>
              <a:t>ASTEROIDS RPG</a:t>
            </a:r>
            <a:r>
              <a:rPr lang="ru-RU" sz="4000" b="1" dirty="0">
                <a:latin typeface="Georgia" panose="02040502050405020303" pitchFamily="18" charset="0"/>
              </a:rPr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38EC79-8802-48F4-ABAA-93FF600E8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7176" y="4530115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Выполнили: Алифанов Даниил,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Гущин Кирилл,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Иматшоев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Руслан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90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8606FA-229D-4949-9ACB-390AD2334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2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A615B-A26A-4D89-B8D3-563BA04B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466" y="237636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Цель и 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042056-F362-4FED-878A-ED684CA01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87" y="2115649"/>
            <a:ext cx="940483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Цель: Создать 2D-космическую RPG на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JavaFX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, в которой игрок исследует большой мир, сражается с врагами, выполняет задания, собирает ресурсы и улучшает свой корабль.</a:t>
            </a:r>
          </a:p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Актуальность: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Классические «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Asteroids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» остаются популярным жанром, но имеют примитивную механику.</a:t>
            </a:r>
          </a:p>
          <a:p>
            <a:pPr>
              <a:buFontTx/>
              <a:buChar char="-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Современные космические RPG (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Starsector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Endless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 Sky) требуют сотен часов на освоение.</a:t>
            </a:r>
          </a:p>
          <a:p>
            <a:pPr>
              <a:buFontTx/>
              <a:buChar char="-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Нужна компактная игра, которая совмещает динамику аркады и глубину RPG, доступная для доработки и изучения.</a:t>
            </a:r>
          </a:p>
        </p:txBody>
      </p:sp>
    </p:spTree>
    <p:extLst>
      <p:ext uri="{BB962C8B-B14F-4D97-AF65-F5344CB8AC3E}">
        <p14:creationId xmlns:p14="http://schemas.microsoft.com/office/powerpoint/2010/main" val="161695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A06E6F-9CC0-4C3B-9A82-6E3B8BA58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E1DDA-6331-4607-B967-FA28822A7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1175" y="160654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Задачи проекта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BD2A2E1-C517-47B1-BCF2-DA1811F0E4B4}"/>
              </a:ext>
            </a:extLst>
          </p:cNvPr>
          <p:cNvSpPr txBox="1">
            <a:spLocks/>
          </p:cNvSpPr>
          <p:nvPr/>
        </p:nvSpPr>
        <p:spPr>
          <a:xfrm>
            <a:off x="541268" y="1646870"/>
            <a:ext cx="9404838" cy="5050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Реализовать бесконечный космический мир с границами (15000×15000)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Добавить два типа врагов с разным поведением (патруль, страж, бродячий).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Создать систему зон и точек интереса (станции, завод, астероидные пояса, пиратские аванпосты).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Реализовать экономику: ресурсы, и магазин(торговля). 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Внедрить систему миссий (обычные и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bounty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‑охота).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6.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Добавить возможность прокачки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 мастерская, где можно улучшать характеристики корабля</a:t>
            </a:r>
          </a:p>
        </p:txBody>
      </p:sp>
    </p:spTree>
    <p:extLst>
      <p:ext uri="{BB962C8B-B14F-4D97-AF65-F5344CB8AC3E}">
        <p14:creationId xmlns:p14="http://schemas.microsoft.com/office/powerpoint/2010/main" val="3031140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C93ED2-2D1A-4E5F-9970-E7D03F996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CC155A-AE68-4764-863C-7A8EC3B1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50" y="222250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Функциональные требования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703BD19-53A4-434D-B00D-1FC430E946BA}"/>
              </a:ext>
            </a:extLst>
          </p:cNvPr>
          <p:cNvSpPr txBox="1">
            <a:spLocks/>
          </p:cNvSpPr>
          <p:nvPr/>
        </p:nvSpPr>
        <p:spPr>
          <a:xfrm>
            <a:off x="284594" y="1770063"/>
            <a:ext cx="940483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1. Управление кораблём: поворот, ускорение, торможение (клавиши WASD / стрелки).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2. Стрельба из лазера с ограниченной скорострельностью.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3. Столкновения: разрушение астероидов, получение урона от врагов и препятствий.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4. Сбор ресурсов (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scrap, energy cells, alloy)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с уничтоженных врагов.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5. Магазин: покупка/продажа ресурсов за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scrap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6. Завод: улучшение параметров корабля (здоровье, скорость, урон,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кулдаун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, радиус магнита).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7. Миссии: уничтожение врагов, сбор лута.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8.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амера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: следование за игроком, зум (+/–), сброс зума (0).</a:t>
            </a:r>
          </a:p>
        </p:txBody>
      </p:sp>
    </p:spTree>
    <p:extLst>
      <p:ext uri="{BB962C8B-B14F-4D97-AF65-F5344CB8AC3E}">
        <p14:creationId xmlns:p14="http://schemas.microsoft.com/office/powerpoint/2010/main" val="10277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156004-3644-4211-864E-6F147A8C6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83ADC-3337-47A2-BD0D-9A46C2A2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6987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Нефункциональные требования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155552B-5CD6-4F6E-B1E3-E7A0990CBBB6}"/>
              </a:ext>
            </a:extLst>
          </p:cNvPr>
          <p:cNvSpPr txBox="1">
            <a:spLocks/>
          </p:cNvSpPr>
          <p:nvPr/>
        </p:nvSpPr>
        <p:spPr>
          <a:xfrm>
            <a:off x="663087" y="2506662"/>
            <a:ext cx="9404838" cy="3332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1. Производительность: стабильные 60 FPS при 1000+ астероидах и 5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0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0+ врагах.</a:t>
            </a:r>
          </a:p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2. Кроссплатформенность: запуск на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Windows, macOS, Linux (Java + JavaFX)</a:t>
            </a:r>
          </a:p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3. Расширяемость: легко добавлять новые типы врагов, зоны, миссии через конфигурационные классы.</a:t>
            </a:r>
          </a:p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4. Интерфейс: тёмная серо-чёрная цветовая гамма, читаемые шрифты.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8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8F185B-0B56-4684-9E14-9B8AE16AF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4775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DE2884-5E50-4F4A-89EB-C2D2343BB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350" y="10477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Используемые технологии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F09A06-D2AF-4DFC-9BF8-5B2C45B18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2159000"/>
            <a:ext cx="60198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Java 22 	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JavaFX 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SQLite 	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Git 	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IntelliJ IDEA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713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A3A168-2EE4-4F79-8613-ACA572D3B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395B7-A73E-4361-9700-7EE44970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7425" y="184149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Анализ аналогов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B436F28F-C3AD-45B5-BF45-179164ACC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565747"/>
              </p:ext>
            </p:extLst>
          </p:nvPr>
        </p:nvGraphicFramePr>
        <p:xfrm>
          <a:off x="228600" y="1483518"/>
          <a:ext cx="9486900" cy="317822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1725">
                  <a:extLst>
                    <a:ext uri="{9D8B030D-6E8A-4147-A177-3AD203B41FA5}">
                      <a16:colId xmlns:a16="http://schemas.microsoft.com/office/drawing/2014/main" val="3118512579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3026671476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45066616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3059691638"/>
                    </a:ext>
                  </a:extLst>
                </a:gridCol>
              </a:tblGrid>
              <a:tr h="435075"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Игра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>
                          <a:effectLst/>
                        </a:rPr>
                        <a:t>Жанр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>
                          <a:effectLst/>
                        </a:rPr>
                        <a:t>Плюсы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</a:rPr>
                        <a:t>Минусы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856423763"/>
                  </a:ext>
                </a:extLst>
              </a:tr>
              <a:tr h="648173"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Asteroids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Аркада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Простота, динамика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</a:rPr>
                        <a:t>Нет РПГ-элементов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84296970"/>
                  </a:ext>
                </a:extLst>
              </a:tr>
              <a:tr h="861270"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effectLst/>
                        </a:rPr>
                        <a:t>Starsector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 err="1">
                          <a:effectLst/>
                        </a:rPr>
                        <a:t>Космичесакая</a:t>
                      </a:r>
                      <a:r>
                        <a:rPr lang="ru-RU" sz="1800" b="0" dirty="0">
                          <a:effectLst/>
                        </a:rPr>
                        <a:t> РПГ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Глубокая экономика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</a:rPr>
                        <a:t>Высокий порог входа 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38636118"/>
                  </a:ext>
                </a:extLst>
              </a:tr>
              <a:tr h="435075"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Endless Sky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 err="1">
                          <a:effectLst/>
                        </a:rPr>
                        <a:t>Космичесакая</a:t>
                      </a:r>
                      <a:r>
                        <a:rPr lang="ru-RU" sz="1800" b="0" dirty="0">
                          <a:effectLst/>
                        </a:rPr>
                        <a:t> РПГ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Сюжет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</a:rPr>
                        <a:t>Устаревшая графика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55279594"/>
                  </a:ext>
                </a:extLst>
              </a:tr>
              <a:tr h="435075"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ASTEROIDS RPG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 err="1">
                          <a:effectLst/>
                        </a:rPr>
                        <a:t>Космичесакая</a:t>
                      </a:r>
                      <a:r>
                        <a:rPr lang="ru-RU" sz="1800" b="0" dirty="0">
                          <a:effectLst/>
                        </a:rPr>
                        <a:t> РПГ + аркада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Простота, динамика, прогрессия </a:t>
                      </a:r>
                      <a:r>
                        <a:rPr lang="ru-RU" sz="1800" b="0" dirty="0" err="1">
                          <a:effectLst/>
                        </a:rPr>
                        <a:t>рпг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</a:rPr>
                        <a:t>Меньше контент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81615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809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1396C1-45F1-4451-8AE2-421ACD8E2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9C01F-46A7-454B-8CAC-E1B40D1D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Архитектура приложения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9566C8C-D548-40E4-969B-4DB224624E57}"/>
              </a:ext>
            </a:extLst>
          </p:cNvPr>
          <p:cNvSpPr/>
          <p:nvPr/>
        </p:nvSpPr>
        <p:spPr>
          <a:xfrm>
            <a:off x="-324602" y="1171074"/>
            <a:ext cx="12516602" cy="5686926"/>
          </a:xfrm>
          <a:prstGeom prst="rect">
            <a:avLst/>
          </a:prstGeom>
          <a:solidFill>
            <a:schemeClr val="bg1"/>
          </a:solidFill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6B2DD0-6F45-42DB-8DAD-0600EDBAA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2386"/>
            <a:ext cx="12192000" cy="472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63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1396C1-45F1-4451-8AE2-421ACD8E2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9C01F-46A7-454B-8CAC-E1B40D1D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Диаграмма классов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9566C8C-D548-40E4-969B-4DB224624E57}"/>
              </a:ext>
            </a:extLst>
          </p:cNvPr>
          <p:cNvSpPr/>
          <p:nvPr/>
        </p:nvSpPr>
        <p:spPr>
          <a:xfrm>
            <a:off x="697879" y="967153"/>
            <a:ext cx="8387148" cy="4149969"/>
          </a:xfrm>
          <a:prstGeom prst="rect">
            <a:avLst/>
          </a:prstGeom>
          <a:solidFill>
            <a:schemeClr val="bg1"/>
          </a:solidFill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F76B88-B3CD-4B53-869E-8C5B6F8B9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66" y="1592873"/>
            <a:ext cx="7724775" cy="2019300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B904B73-0BF2-4518-9029-85A5449B7CC8}"/>
              </a:ext>
            </a:extLst>
          </p:cNvPr>
          <p:cNvSpPr/>
          <p:nvPr/>
        </p:nvSpPr>
        <p:spPr>
          <a:xfrm>
            <a:off x="505924" y="3917179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ShopView</a:t>
            </a:r>
            <a:r>
              <a:rPr lang="en-US" dirty="0"/>
              <a:t>, </a:t>
            </a:r>
            <a:r>
              <a:rPr lang="en-US" dirty="0" err="1"/>
              <a:t>FactoryView</a:t>
            </a:r>
            <a:r>
              <a:rPr lang="en-US" dirty="0"/>
              <a:t>, </a:t>
            </a:r>
            <a:r>
              <a:rPr lang="en-US" dirty="0" err="1"/>
              <a:t>MisionBoardView</a:t>
            </a:r>
            <a:r>
              <a:rPr lang="en-US" dirty="0"/>
              <a:t> </a:t>
            </a:r>
            <a:r>
              <a:rPr lang="ru-RU" dirty="0"/>
              <a:t>получают ссылки на </a:t>
            </a:r>
            <a:r>
              <a:rPr lang="en-US" dirty="0" err="1"/>
              <a:t>GameEngine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4573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72325F-69A5-45D5-8F25-6AD7F6D85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368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71CC6C-D354-4BB8-85B3-48EAAA8CF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97A1D-888D-4608-A7FE-DCF8627EC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84C97345-167E-4944-94A8-10CF34E62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312331"/>
              </p:ext>
            </p:extLst>
          </p:nvPr>
        </p:nvGraphicFramePr>
        <p:xfrm>
          <a:off x="183356" y="1495424"/>
          <a:ext cx="4750594" cy="49785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Отображается главное меню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Управление кораблём и стрельба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Корабль поворачивается (A/D), ускоряется (W), замедляется (S), стреляет (Space). Лазеры летят в направлении носа.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Столкновение с астероидом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При касании астероид разрушается, появляются обломки и маленькие астероиды, здоровье игрока уменьшается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</a:t>
                      </a:r>
                      <a:r>
                        <a:rPr lang="en-US" sz="1100" b="0" dirty="0">
                          <a:effectLst/>
                        </a:rPr>
                        <a:t>) </a:t>
                      </a:r>
                      <a:r>
                        <a:rPr lang="ru-RU" sz="1100" b="0" dirty="0">
                          <a:effectLst/>
                        </a:rPr>
                        <a:t>Уничтожение врага и сбор лута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Уничтожить врага, получить ресурсы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Выполнение обычной миссии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Выполнить одну из миссий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Покупка улучшения на заводе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При стыковке к заводу открывается панель. Улучшить атаку корабля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Камера зум + -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На клавиши +- камера отдалится. Отдалить камеру максимально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2BADA43-AD39-416F-A002-13E760002B95}"/>
              </a:ext>
            </a:extLst>
          </p:cNvPr>
          <p:cNvSpPr/>
          <p:nvPr/>
        </p:nvSpPr>
        <p:spPr>
          <a:xfrm>
            <a:off x="4699000" y="479944"/>
            <a:ext cx="8432800" cy="6212956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363A792-7B3C-49C0-9E7A-A9D2263FB0D9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Запуск приложения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DAB4A0C-A272-42C1-8B6B-8B5EBD66F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841" y="1548541"/>
            <a:ext cx="7011378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013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7656514" cy="6089131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C49BF9F-0A0E-4B84-9828-EC234A8D6290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b="0" dirty="0">
                <a:effectLst/>
              </a:rPr>
              <a:t>Управление кораблём и стрельба</a:t>
            </a:r>
            <a:endParaRPr lang="ru-RU" sz="1800" b="0" dirty="0">
              <a:effectLst/>
              <a:latin typeface="quote-cjk-patch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229008-3514-4A8B-BAC7-1D56DAD89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54" y="1439102"/>
            <a:ext cx="6746082" cy="4497388"/>
          </a:xfrm>
          <a:prstGeom prst="rect">
            <a:avLst/>
          </a:prstGeom>
        </p:spPr>
      </p:pic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403DACCB-6717-4C2F-B573-7C4652E3A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954761"/>
              </p:ext>
            </p:extLst>
          </p:nvPr>
        </p:nvGraphicFramePr>
        <p:xfrm>
          <a:off x="296860" y="1602509"/>
          <a:ext cx="4750594" cy="49785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346923463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186993786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149439614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Отображается главное меню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85617957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Управление кораблём и стрельба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Корабль поворачивается (A/D), ускоряется (W), замедляется (S), стреляет (Space). Лазеры летят в направлении носа.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0806920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Столкновение с астероидом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При касании астероид разрушается, появляются обломки и маленькие астероиды, здоровье игрока уменьшается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04049170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</a:t>
                      </a:r>
                      <a:r>
                        <a:rPr lang="en-US" sz="1100" b="0" dirty="0">
                          <a:effectLst/>
                        </a:rPr>
                        <a:t>) </a:t>
                      </a:r>
                      <a:r>
                        <a:rPr lang="ru-RU" sz="1100" b="0" dirty="0">
                          <a:effectLst/>
                        </a:rPr>
                        <a:t>Уничтожение врага и сбор лута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Уничтожить врага, получить ресурсы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511048715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Выполнение обычной миссии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Выполнить одну из миссий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906498217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Покупка улучшения на заводе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При стыковке к заводу открывается панель. Улучшить атаку корабля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290878193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Камера зум + -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На клавиши +- камера отдалится. Отдалить камеру максимально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806031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327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9218614" cy="6505676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077DD11-2841-4501-B73C-A013A5487FCA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0" dirty="0">
                <a:effectLst/>
              </a:rPr>
              <a:t>Столкновение с астероидом</a:t>
            </a:r>
            <a:endParaRPr lang="ru-RU" dirty="0"/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66DA93DF-B3CE-4332-886D-18E3F3CE8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313585"/>
              </p:ext>
            </p:extLst>
          </p:nvPr>
        </p:nvGraphicFramePr>
        <p:xfrm>
          <a:off x="309737" y="1495425"/>
          <a:ext cx="4750594" cy="49785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346923463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186993786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149439614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Отображается главное меню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85617957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Управление кораблём и стрельба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Корабль поворачивается (A/D), ускоряется (W), замедляется (S), стреляет (Space). Лазеры летят в направлении носа.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0806920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Столкновение с астероидом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При касании астероид разрушается, появляются обломки и маленькие астероиды, здоровье игрока уменьшается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04049170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</a:t>
                      </a:r>
                      <a:r>
                        <a:rPr lang="en-US" sz="1100" b="0" dirty="0">
                          <a:effectLst/>
                        </a:rPr>
                        <a:t>) </a:t>
                      </a:r>
                      <a:r>
                        <a:rPr lang="ru-RU" sz="1100" b="0" dirty="0">
                          <a:effectLst/>
                        </a:rPr>
                        <a:t>Уничтожение врага и сбор лута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Уничтожить врага, получить ресурсы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511048715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Выполнение обычной миссии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Выполнить одну из миссий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906498217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Покупка улучшения на заводе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При стыковке к заводу открывается панель. Улучшить атаку корабля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290878193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Камера зум + -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На клавиши +- камера отдалится. Отдалить камеру максимально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806031266"/>
                  </a:ext>
                </a:extLst>
              </a:tr>
            </a:tbl>
          </a:graphicData>
        </a:graphic>
      </p:graphicFrame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B31C436-5F7F-4F53-BB68-08D47CFC8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1673298"/>
            <a:ext cx="69342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336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92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5" y="479944"/>
            <a:ext cx="9265355" cy="6505676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01B0708-8CB9-4DC1-A0B6-2DCBDE0A59C9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b="0" dirty="0">
                <a:effectLst/>
              </a:rPr>
              <a:t>Уничтожение врага и сбор лута</a:t>
            </a:r>
            <a:endParaRPr lang="ru-RU" sz="1800" b="0" dirty="0">
              <a:effectLst/>
              <a:latin typeface="quote-cjk-patch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3BD261E-7FEE-4924-9C32-1FD0175DB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594871"/>
              </p:ext>
            </p:extLst>
          </p:nvPr>
        </p:nvGraphicFramePr>
        <p:xfrm>
          <a:off x="313500" y="1614488"/>
          <a:ext cx="4750594" cy="49785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346923463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186993786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149439614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Отображается главное меню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85617957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Управление кораблём и стрельба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Корабль поворачивается (A/D), ускоряется (W), замедляется (S), стреляет (Space). Лазеры летят в направлении носа.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0806920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Столкновение с астероидом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При касании астероид разрушается, появляются обломки и маленькие астероиды, здоровье игрока уменьшается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04049170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</a:t>
                      </a:r>
                      <a:r>
                        <a:rPr lang="en-US" sz="1100" b="0" dirty="0">
                          <a:effectLst/>
                        </a:rPr>
                        <a:t>) </a:t>
                      </a:r>
                      <a:r>
                        <a:rPr lang="ru-RU" sz="1100" b="0" dirty="0">
                          <a:effectLst/>
                        </a:rPr>
                        <a:t>Уничтожение врага и сбор лута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Уничтожить врага, получить ресурсы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511048715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Выполнение обычной миссии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Выполнить одну из миссий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906498217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Покупка улучшения на заводе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При стыковке к заводу открывается панель. Улучшить атаку корабля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290878193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Камера зум + -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На клавиши +- камера отдалится. Отдалить камеру максимально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806031266"/>
                  </a:ext>
                </a:extLst>
              </a:tr>
            </a:tbl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0241BF2-C32A-405C-ABB9-F4F1CE9BA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804" y="1742108"/>
            <a:ext cx="6704670" cy="446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12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288926"/>
            <a:ext cx="8609014" cy="6280150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10" name="Таблица 7">
            <a:extLst>
              <a:ext uri="{FF2B5EF4-FFF2-40B4-BE49-F238E27FC236}">
                <a16:creationId xmlns:a16="http://schemas.microsoft.com/office/drawing/2014/main" id="{6720F587-85E4-4A11-8C0D-755F5443C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432459"/>
              </p:ext>
            </p:extLst>
          </p:nvPr>
        </p:nvGraphicFramePr>
        <p:xfrm>
          <a:off x="183356" y="1495424"/>
          <a:ext cx="4750594" cy="49785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Отображается главное меню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Управление кораблём и стрельба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Корабль поворачивается (A/D), ускоряется (W), замедляется (S), стреляет (Space). Лазеры летят в направлении носа.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Столкновение с астероидом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При касании астероид разрушается, появляются обломки и маленькие астероиды, здоровье игрока уменьшается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</a:t>
                      </a:r>
                      <a:r>
                        <a:rPr lang="en-US" sz="1100" b="0" dirty="0">
                          <a:effectLst/>
                        </a:rPr>
                        <a:t>) </a:t>
                      </a:r>
                      <a:r>
                        <a:rPr lang="ru-RU" sz="1100" b="0" dirty="0">
                          <a:effectLst/>
                        </a:rPr>
                        <a:t>Уничтожение врага и сбор лута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Уничтожить врага, получить ресурсы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Выполнение миссии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Выполнить одну из миссий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Покупка улучшения на заводе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При стыковке к заводу открывается панель. Улучшить атаку корабля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Камера зум + -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На клавиши +- камера отдалится. Отдалить камеру максимально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21D1FD04-966C-4DB5-BAFB-920B4D77C594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0" dirty="0">
                <a:effectLst/>
              </a:rPr>
              <a:t>Выполнение миссии</a:t>
            </a:r>
            <a:endParaRPr lang="ru-RU" sz="1800" b="0" dirty="0">
              <a:effectLst/>
              <a:latin typeface="quote-cjk-patch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A53337-E6D4-46E5-8491-ED02A0B82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49" y="1373394"/>
            <a:ext cx="7134176" cy="475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50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92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8558214" cy="6263756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10" name="Таблица 7">
            <a:extLst>
              <a:ext uri="{FF2B5EF4-FFF2-40B4-BE49-F238E27FC236}">
                <a16:creationId xmlns:a16="http://schemas.microsoft.com/office/drawing/2014/main" id="{6720F587-85E4-4A11-8C0D-755F5443C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370747"/>
              </p:ext>
            </p:extLst>
          </p:nvPr>
        </p:nvGraphicFramePr>
        <p:xfrm>
          <a:off x="183356" y="1495424"/>
          <a:ext cx="4750594" cy="49785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Отображается главное меню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Управление кораблём и стрельба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Корабль поворачивается (A/D), ускоряется (W), замедляется (S), стреляет (Space). Лазеры летят в направлении носа.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Столкновение с астероидом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При касании астероид разрушается, появляются обломки и маленькие астероиды, здоровье игрока уменьшается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</a:t>
                      </a:r>
                      <a:r>
                        <a:rPr lang="en-US" sz="1100" b="0" dirty="0">
                          <a:effectLst/>
                        </a:rPr>
                        <a:t>) </a:t>
                      </a:r>
                      <a:r>
                        <a:rPr lang="ru-RU" sz="1100" b="0" dirty="0">
                          <a:effectLst/>
                        </a:rPr>
                        <a:t>Уничтожение врага и сбор лута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Уничтожить врага, получить ресурсы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Выполнение обычной миссии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Выполнить одну из миссий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Покупка улучшения на заводе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При стыковке к заводу открывается панель. Улучшить атаку корабля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Камера зум + -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На клавиши +- камера отдалится. Отдалить камеру максимально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21D1FD04-966C-4DB5-BAFB-920B4D77C594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0" dirty="0">
                <a:effectLst/>
              </a:rPr>
              <a:t>Покупка улучшения на заводе</a:t>
            </a:r>
            <a:endParaRPr lang="ru-RU" sz="1800" b="0" dirty="0">
              <a:effectLst/>
              <a:latin typeface="quote-cjk-patch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50C334-4550-4160-B136-15B82CE37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39102"/>
            <a:ext cx="7145352" cy="476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256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7859714" cy="6251056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10" name="Таблица 7">
            <a:extLst>
              <a:ext uri="{FF2B5EF4-FFF2-40B4-BE49-F238E27FC236}">
                <a16:creationId xmlns:a16="http://schemas.microsoft.com/office/drawing/2014/main" id="{6720F587-85E4-4A11-8C0D-755F5443C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135722"/>
              </p:ext>
            </p:extLst>
          </p:nvPr>
        </p:nvGraphicFramePr>
        <p:xfrm>
          <a:off x="183356" y="1495424"/>
          <a:ext cx="4750594" cy="49785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Отображается главное меню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Управление кораблём и стрельба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Корабль поворачивается (A/D), ускоряется (W), замедляется (S), стреляет (Space). Лазеры летят в направлении носа.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Столкновение с астероидом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При касании астероид разрушается, появляются обломки и маленькие астероиды, здоровье игрока уменьшается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</a:t>
                      </a:r>
                      <a:r>
                        <a:rPr lang="en-US" sz="1100" b="0" dirty="0">
                          <a:effectLst/>
                        </a:rPr>
                        <a:t>) </a:t>
                      </a:r>
                      <a:r>
                        <a:rPr lang="ru-RU" sz="1100" b="0" dirty="0">
                          <a:effectLst/>
                        </a:rPr>
                        <a:t>Уничтожение врага и сбор лута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Уничтожить врага, получить ресурсы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Выполнение обычной миссии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Выполнить одну из миссий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Покупка улучшения на заводе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При стыковке к заводу открывается панель. Улучшить атаку корабля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Камера зум + -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На клавиши +- камера отдалится. Отдалить камеру максимально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7234EA94-CD1F-44B4-AC82-DDEE0893F242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1800" b="0" dirty="0">
                <a:effectLst/>
              </a:rPr>
              <a:t>Камера зум + -</a:t>
            </a:r>
            <a:endParaRPr lang="ru-RU" dirty="0">
              <a:effectLst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576BC2-8B80-4DD2-9920-85A11E917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05507"/>
            <a:ext cx="5509995" cy="367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290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DA80852-6914-4891-B07E-FF8EDC511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27257-5348-44CF-9D68-6687D78FB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13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7200" b="1" dirty="0">
                <a:latin typeface="Georgia" panose="02040502050405020303" pitchFamily="18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5064744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1238</Words>
  <Application>Microsoft Office PowerPoint</Application>
  <PresentationFormat>Широкоэкранный</PresentationFormat>
  <Paragraphs>186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Georgia</vt:lpstr>
      <vt:lpstr>quote-cjk-patch</vt:lpstr>
      <vt:lpstr>Verdana</vt:lpstr>
      <vt:lpstr>Тема Office</vt:lpstr>
      <vt:lpstr>Игра «ASTEROIDS RPG»</vt:lpstr>
      <vt:lpstr>Цель и актуальность</vt:lpstr>
      <vt:lpstr>Задачи проекта</vt:lpstr>
      <vt:lpstr>Функциональные требования</vt:lpstr>
      <vt:lpstr>Нефункциональные требования</vt:lpstr>
      <vt:lpstr>Используемые технологии </vt:lpstr>
      <vt:lpstr>Анализ аналогов</vt:lpstr>
      <vt:lpstr>Архитектура приложения</vt:lpstr>
      <vt:lpstr>Диаграмма классов</vt:lpstr>
      <vt:lpstr>Презентация PowerPoint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Десктопный проигрыватель с SVG-интерфейсом «AuddioPlayer»</dc:title>
  <dc:creator>ThinkPad</dc:creator>
  <cp:lastModifiedBy>ThinkPad</cp:lastModifiedBy>
  <cp:revision>26</cp:revision>
  <dcterms:created xsi:type="dcterms:W3CDTF">2026-04-08T18:28:53Z</dcterms:created>
  <dcterms:modified xsi:type="dcterms:W3CDTF">2026-05-15T00:50:59Z</dcterms:modified>
</cp:coreProperties>
</file>